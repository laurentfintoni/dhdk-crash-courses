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sessions are interconnected, best if you can attend/follow/catch up on both as there's a fair amount of crossover
- We'll discuss what we can in the time we have 
- There's an hour after each session before the lab is occupied again so if needed I'm happy to hang around and discuss anything you may want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words we use matter. Think about what you are implying when you use a specific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Another way to look at this is that while GenAI does simplify things, if you choose to use it so, it also complicates others, whether that be your own learning or the need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one thing to wave away the implications of having something delivered to you the next day. It's another waving away the implications of generating images, audio, video, or text with a few lines of text in seconds. The immediacy of it feeds the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While it may feel counterintuitive, a lot of what is deemed tedious or boring work things like literature review, data cleaning, virtual enviroment setups, boilerplate code, etc...  is often just as important and can lead to crucial insights that feed other parts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we'll cover on this topic today assumes a degree of basic familiarity with Project Management, based on some of your feedback via the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totally normal to make mistakes at the planning stage, to forget something, or get it wrong. No plan is perfect, it's having it and learning through doing it over and over that matters. It's a way of laying out all the questions you have, and if you can already include answers great, otherwise at least you know you need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I'll show you some real world budgets in a bit, so you can get a sense of what time and budget mean practicaly.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Slack, Notion, Discord, Zoom, shared calendars, Trello, Figma, etc.
- Sometimes it's better for one person to take something on rather than collaborate, as long as they communicate what is happening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 Project Management &amp; Tools for Research - Crash Course</dc:title>
  <dc:subject>PptxGenJS Presentation</dc:subject>
  <dc:creator>Created by Marp</dc:creator>
  <cp:lastModifiedBy>Created by Marp</cp:lastModifiedBy>
  <cp:revision>1</cp:revision>
  <dcterms:created xsi:type="dcterms:W3CDTF">2026-09-20T10:17:14Z</dcterms:created>
  <dcterms:modified xsi:type="dcterms:W3CDTF">2026-09-20T10:17:14Z</dcterms:modified>
</cp:coreProperties>
</file>